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F52A-32FF-1A91-F733-10C2CCD2C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29A01-163A-72F5-A00A-428AE8DC6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504C9-C462-0045-D51B-4DA4A373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A312-FD10-EC2C-BF31-B2FE795B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3AC12-516D-A482-D1BC-F7A55C27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414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04BE-5680-B266-6053-B4E037A0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17921-C8BB-D1E1-9C7E-945A97325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8328E-2D16-8D20-3583-262706EE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E2375-75F6-7962-5072-66243682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0C103-9F04-B472-A5AB-0D1EC022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447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1829-DA59-4FFB-0C08-CE426CB8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4E759-4ED7-5B8C-EDA5-77EE35B5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8361-55D6-73F2-9F2F-FA008774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66D49-9C5F-D731-BFC4-94A71357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0A3C-688D-EB90-799D-FD1C6347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93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EB49-27B5-8E1E-1CEA-87D9162C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C2C6-A7BC-F1DA-96BE-7A19D1624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F0869-3760-A02C-1374-9AA6BA9D7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928F4-073D-5068-1C94-81900251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34EB6-601E-D827-0119-FC2CC644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39FF5-90B6-1E02-6EAD-B93CE6BF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775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4E49F-4510-FD5F-5522-1CF0B10F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2FFA9-5C89-5420-56BD-0D8EA7762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E4C46-CB4F-5989-720E-60C13C8D1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712B5-90B2-8C3A-5EAF-845BABF5F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E22E8-9190-978C-35DA-E8A4AD7AF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72E975-DBB4-9EA3-0C90-6CB8F5F4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B4EF8-1594-1E69-A717-FEC28AA3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F1A945-4F30-CF6F-8882-D1CD69FE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312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5127-747D-E28F-D584-8B4D1525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5CE6A-C066-67C6-20C0-BF2EA0CB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01F24-50D1-BEAD-FDD8-11D09C263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9E5B0-D966-DB35-367B-5A4C5C51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273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CEB0E-4272-3C4C-A78B-7F95DE4F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3F05B-4252-4238-307F-4CC7C072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806F8-62EC-53CB-DA26-49C63CA4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7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5CD5-5DDB-C8B9-709D-EED4C14C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CB5D-DDEF-54C1-3A32-3B54BB035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1481B-997F-2522-1219-61D37E37A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BC85E-2BC8-9540-172C-1FBE845E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10F11-35FB-1493-03D6-D4F507BB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DDAC-041F-B2E8-CA47-CEF8A920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9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BE29-A1DA-3516-6D49-91C22BE4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2B0C3-FF98-9BCF-6CED-C36F8D9FD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24EDD-EE3E-CE68-C389-8E1778587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70381-BC43-2047-F0E2-99BC7B03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06199-4E6A-454B-D218-6A86342B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77806-72A9-E6E0-7018-987A9A4B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869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200C-727F-74D3-05CF-2CCA01F7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EB0C1-54FC-1B5A-E989-B9F656ACC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804D-5123-31B3-CBCE-A7B9F579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EB421-6371-256B-7A29-CF28DC30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8112D-987F-5F94-2A4E-2559041E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262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5F596-BB1C-BE01-34C7-AD96FEC81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3191C-613B-F1C2-9DF5-2A71C278F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903F-371E-6F0D-84AF-0D1FA36E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4D3B2-5D12-24FB-3757-1C04E711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8F85B-C7EC-45C6-99E6-863F5A50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167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BB17F-8B24-CE7F-5363-24F45E8E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5D53A-7888-D470-4E26-75F2D2528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BE5F-29EB-3303-5CEE-DBABD2E81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DD533-5ADF-42E0-84C7-6E4E0C817FD8}" type="datetimeFigureOut">
              <a:rPr lang="en-CA" smtClean="0"/>
              <a:t>2025-07-16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21AC-AB39-C458-D0F2-AB930E8C7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E485-C11B-2ED3-6D84-955D16B81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2FF66-C9C8-4526-AA6F-52D501B793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356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FB046D-3C0B-1C02-8642-1D2ED13B2D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3" y="0"/>
            <a:ext cx="5020937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938AFA2-5877-5120-B603-3B5493FD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7638CC-6AA1-1F26-FDFA-861B0158B9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 + 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10010110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60 + 90 =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150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A57EF20-7694-60CE-D041-54E2FC0027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120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FBDA00-BB7A-9CB9-8B2E-8D6603BB7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4" y="0"/>
            <a:ext cx="5020936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604F855-7A38-78DE-394C-05C050F1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Subtract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E4A711-255F-2BF6-BFE8-62360FB7A7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 –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11100010 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2s complement: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-128 + 64 +32+2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60 - 90 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-30</a:t>
            </a: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788A8BF-397A-DA2A-D514-0437090553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69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617ABF-9F6A-5171-D53A-C4042DCC5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3" y="0"/>
            <a:ext cx="5020937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01572819-2B93-CB98-F239-2499B1D3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XOR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5135E0-EA5D-F3A1-EBEA-BE1769AF7B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01100110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C08BCE-82D3-FB5E-2090-5D66E02E32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7881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98F094-73E6-8B93-6F2E-1CD7C5125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5" y="0"/>
            <a:ext cx="5020936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76FF39C-173C-B79D-B94D-936D898D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XNOR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60F87C-0B5C-5533-FE88-077D36C05F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10011001</a:t>
            </a:r>
          </a:p>
          <a:p>
            <a:endParaRPr lang="en-CA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9D69696-0264-8A20-D3A8-F93063F025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20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4DBBC7-A781-8A9B-C176-68BE75A32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5" y="0"/>
            <a:ext cx="5020936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211026E-81C4-B724-60ED-A8943BDF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751702-7370-0717-68CF-D3B7F4B1C4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01111110</a:t>
            </a:r>
          </a:p>
          <a:p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0D8C37B-3F88-2544-1007-FD0A278D24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776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4F4FC5-1BF5-E52D-9C07-9ADCD1439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5" y="0"/>
            <a:ext cx="5020936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8FF97A8-00E5-E9AE-43D7-28ED873C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C7CF17-E641-5B47-BC41-123EE1478B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10000001</a:t>
            </a:r>
          </a:p>
          <a:p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881C55-EF79-3E20-027E-ECAB196D96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060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CF0EF4-237C-E439-FD1D-13501527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2960" y="-1"/>
            <a:ext cx="5019040" cy="6855409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54BD25-AB40-6422-BE3F-741FB591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6EB8353-FCA8-139A-8840-0D0AB08A81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00011000</a:t>
            </a:r>
          </a:p>
          <a:p>
            <a:endParaRPr lang="en-CA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D419C0-2A9C-D047-2930-1856D92F52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2981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532169-3494-F350-BC01-7E77B622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5" y="0"/>
            <a:ext cx="5020936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91DADEF-EB4A-AD32-62D5-CC7EC702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A55B38-854D-46F7-BE89-5C5512186C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00011000</a:t>
            </a:r>
          </a:p>
          <a:p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E0CAF5-E596-84E8-4403-92239C1717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574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A24418-1743-0620-E8AB-2954952C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5" y="0"/>
            <a:ext cx="5020935" cy="6857999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9211644-DEB8-F55D-E742-BBAB4BD0C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Implies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C89391-B7E9-6FBB-F6C9-CCE1BB0F8F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11011011</a:t>
            </a:r>
          </a:p>
          <a:p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17EE7D1-68E0-00D6-E64A-7016C9A2D8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559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4BD64-2D33-5010-38D9-E70959440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50" b="21128"/>
          <a:stretch>
            <a:fillRect/>
          </a:stretch>
        </p:blipFill>
        <p:spPr>
          <a:xfrm>
            <a:off x="7171065" y="0"/>
            <a:ext cx="5020936" cy="6858000"/>
          </a:xfrm>
          <a:custGeom>
            <a:avLst/>
            <a:gdLst>
              <a:gd name="connsiteX0" fmla="*/ 0 w 3505200"/>
              <a:gd name="connsiteY0" fmla="*/ 0 h 4787685"/>
              <a:gd name="connsiteX1" fmla="*/ 3505200 w 3505200"/>
              <a:gd name="connsiteY1" fmla="*/ 0 h 4787685"/>
              <a:gd name="connsiteX2" fmla="*/ 3505200 w 3505200"/>
              <a:gd name="connsiteY2" fmla="*/ 4787685 h 4787685"/>
              <a:gd name="connsiteX3" fmla="*/ 0 w 3505200"/>
              <a:gd name="connsiteY3" fmla="*/ 4787685 h 478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200" h="4787685">
                <a:moveTo>
                  <a:pt x="0" y="0"/>
                </a:moveTo>
                <a:lnTo>
                  <a:pt x="3505200" y="0"/>
                </a:lnTo>
                <a:lnTo>
                  <a:pt x="3505200" y="4787685"/>
                </a:lnTo>
                <a:lnTo>
                  <a:pt x="0" y="4787685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2D40CF2-B042-BC6A-F589-6BAA23E1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Nimplies</a:t>
            </a:r>
            <a:endParaRPr lang="en-C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1C4E70-39C2-04DB-4BED-07A1F1074A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A:00111100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B:01011010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= 00100100</a:t>
            </a:r>
          </a:p>
          <a:p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86BDBB-FA1C-BAA2-348F-CD742AA8B0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9232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115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Add</vt:lpstr>
      <vt:lpstr>Subtract</vt:lpstr>
      <vt:lpstr>XOR</vt:lpstr>
      <vt:lpstr>XNOR</vt:lpstr>
      <vt:lpstr>OR</vt:lpstr>
      <vt:lpstr>NOR</vt:lpstr>
      <vt:lpstr>AND</vt:lpstr>
      <vt:lpstr>NAND</vt:lpstr>
      <vt:lpstr>Implies</vt:lpstr>
      <vt:lpstr>Nimplies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Ronald Togunov</dc:creator>
  <cp:lastModifiedBy>Ron Ronald Togunov</cp:lastModifiedBy>
  <cp:revision>1</cp:revision>
  <dcterms:created xsi:type="dcterms:W3CDTF">2025-07-16T16:40:33Z</dcterms:created>
  <dcterms:modified xsi:type="dcterms:W3CDTF">2025-07-16T18:03:34Z</dcterms:modified>
</cp:coreProperties>
</file>